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4" r:id="rId8"/>
    <p:sldId id="263" r:id="rId9"/>
    <p:sldId id="261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B2571-B681-C51B-88A1-831D18FF0F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5E9208-3016-F0E9-8C02-1522706160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084AB-CAD3-A865-98FD-FED8260B2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449E3-1B56-41BD-BCD9-4030A2908F3B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49276B-B71C-007A-7A59-5601E4779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7A9EA-4344-1A7F-D1B6-0DB508808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EF1DF-47FB-4C92-B747-0675C7A347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0466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15691-7E0A-9F16-BC55-1905DB77D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C3B65-D83E-0045-7187-C403EB23C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AA4C8-107A-0737-1EFD-BEDACAFAA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449E3-1B56-41BD-BCD9-4030A2908F3B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ADB052-4791-03C1-C3B1-4287CB570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1373A-970D-555A-33BE-F9AE114FC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EF1DF-47FB-4C92-B747-0675C7A347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4549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1D18C-EBA3-B79E-DC8A-ECD854369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613163-12AE-627A-33B7-FE3E8F9B2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4A2860-3B6D-5C42-1883-F8FB9951D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449E3-1B56-41BD-BCD9-4030A2908F3B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B4099-DAA7-F897-FD0B-E27CE652E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88573-016E-4EE6-5EC0-58CDE8B17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EF1DF-47FB-4C92-B747-0675C7A347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6271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79F43-BC47-90BE-64E3-3AC6C8D35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3C758-F023-F241-2170-DA3EB2578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B91581-D020-1AAA-90DB-177ECFBC68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2BB951-3617-ACD3-4D7A-700F28389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449E3-1B56-41BD-BCD9-4030A2908F3B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226E90-047A-A8B7-AA1B-6B32FEDF5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C8E030-37CF-AC07-E056-20A5084DD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EF1DF-47FB-4C92-B747-0675C7A347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3645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0C885-F75C-EDBB-A108-EC1DEBB1C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E74C4F-6F9E-C182-5989-70BD5970F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3A1F12-AB22-8FBD-AAB9-5149A6D199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55D6A8-8BAB-746C-92CA-0CF6018979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7EB0E0-4643-02DB-2F01-BA593970A4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4E221F-5D2C-A7A2-C661-C4F996162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449E3-1B56-41BD-BCD9-4030A2908F3B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07BC3A-A41F-119B-8B51-999D5EF98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B4EA9F-4E82-D9A6-EA5A-51CE0C29A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EF1DF-47FB-4C92-B747-0675C7A347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034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3C70E-DEB3-52CB-7958-3AD5AC7A5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C1C530-F8E1-43BE-D7AC-0C7804F28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449E3-1B56-41BD-BCD9-4030A2908F3B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00987E-1EA9-840C-C5FE-C20B6758B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5AA77E-2A40-6F2F-4559-13306611E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EF1DF-47FB-4C92-B747-0675C7A347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3841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B6050-8288-0992-F258-351C632A9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449E3-1B56-41BD-BCD9-4030A2908F3B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B1F9E3-852E-0295-9860-B0BDF2930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AE8F6-F24D-9D3F-79CA-4A508DAF4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EF1DF-47FB-4C92-B747-0675C7A347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090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EEF8A-8C23-7E93-9D62-C6673D38E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0DEC7-25B8-238B-7727-34C06AE0D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65D59E-B001-D549-4BAE-363B88BDF0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7B450D-23DC-10A8-FCF7-DCD69B72F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449E3-1B56-41BD-BCD9-4030A2908F3B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C42673-7948-196D-6062-953A9E0D0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706CA5-AC97-3F16-5AB8-56193BEED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EF1DF-47FB-4C92-B747-0675C7A347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2577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8CD2D-E7FD-0105-7E4A-83A4364F1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B9A5E6-0990-1358-AAEC-3C1904E7E6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1A3110-1B32-29D0-C072-3A2E532060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A03195-06EC-C594-7975-67ED58C8C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449E3-1B56-41BD-BCD9-4030A2908F3B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EF91E1-BECF-5197-E71B-5926EA604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90C30B-9A60-30D1-C789-0F55565D6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EF1DF-47FB-4C92-B747-0675C7A347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7930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E475C-7BD2-A23F-6F4F-6D504975A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0019B9-2F29-8942-5A7D-BD85CA1E36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59C81-7775-EC2C-CD6A-EA97CEAD5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449E3-1B56-41BD-BCD9-4030A2908F3B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5418F-7C30-7CB4-4774-CE64091BF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70D2D-882F-FA34-9A4E-47104975C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EF1DF-47FB-4C92-B747-0675C7A347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9913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63484F-9211-E29D-21EB-B8DC84849E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CEDC5E-4D78-29E1-AD27-97CEB16D61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5137F2-680D-2B45-174E-DCBAEE4AB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449E3-1B56-41BD-BCD9-4030A2908F3B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8F2F4A-13D8-AD54-EEB3-016F02004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A6B1FF-DBEB-C0FF-80DC-13E5C9D8D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EF1DF-47FB-4C92-B747-0675C7A347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3274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57EC54-AB6C-D08C-9063-BF677A954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FFB10E-5C7A-0AC0-1B2C-48940C1D3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4161E1-EC5B-2AAD-E2FE-437C0D6FE1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B449E3-1B56-41BD-BCD9-4030A2908F3B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0125C-9A4D-B4D2-1E4A-12B8900C2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2945B0-7EAC-6730-7B68-12B2809420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0EF1DF-47FB-4C92-B747-0675C7A347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4938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55E5F-672F-FDC7-E6E7-71C1E17B5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1987" y="480249"/>
            <a:ext cx="9144000" cy="549121"/>
          </a:xfrm>
        </p:spPr>
        <p:txBody>
          <a:bodyPr>
            <a:normAutofit fontScale="90000"/>
          </a:bodyPr>
          <a:lstStyle/>
          <a:p>
            <a:r>
              <a:rPr lang="en-IN" dirty="0"/>
              <a:t>ABHIBUS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7F36DB-3FF4-12B7-96AC-7B7443F3F6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27690" y="6256748"/>
            <a:ext cx="3116826" cy="399691"/>
          </a:xfrm>
        </p:spPr>
        <p:txBody>
          <a:bodyPr>
            <a:normAutofit lnSpcReduction="10000"/>
          </a:bodyPr>
          <a:lstStyle/>
          <a:p>
            <a:r>
              <a:rPr lang="en-IN" dirty="0"/>
              <a:t>By Pankhuri Verma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702DC1-1B79-6D3B-8CF3-821DD215FA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240" y="1029371"/>
            <a:ext cx="10726992" cy="4791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431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57F7F-3E12-EC3D-6EAC-A0656B1FA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853698-7D3C-8D5F-9924-5E95A72720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55" y="365126"/>
            <a:ext cx="10515599" cy="6242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350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96C3-556D-DE55-053C-F59757B31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6D54CB-9B87-7D62-DC0E-E2C8EA7054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365125"/>
            <a:ext cx="10704870" cy="581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09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0275E-BFF0-DA6C-0222-02E80E02C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7C4586-ECAF-3649-D110-E2C9B740AA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2155" y="176982"/>
            <a:ext cx="9792929" cy="5879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223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112F7-10EA-EA95-727D-6CDD66F3F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56CCDA-A53D-96B1-651A-41C99AC0EB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562" y="365125"/>
            <a:ext cx="10390238" cy="5087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472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E7559-347A-F5B2-E193-C97374A58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2ECDDE-2ED3-8CB9-5D78-48C173865B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935" y="137652"/>
            <a:ext cx="11287433" cy="635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434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4E9CF-8204-D673-4BFE-3B98E6EB7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4F214A-7229-042D-2B51-36C15C4596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511277"/>
            <a:ext cx="10515600" cy="498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723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59615-53B7-D7C4-14D6-9B34A327F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4DDC36-6D55-6D14-87C5-916ADF626E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62116"/>
            <a:ext cx="10203425" cy="554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258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15389-16E7-EFE4-DD20-4D48F9D1F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A315B0-40FB-3062-08D0-04B0E407B1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250" y="491613"/>
            <a:ext cx="10992465" cy="4989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506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BE1CC-51C0-B16E-2F56-5E9ED86C4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765B1E-595E-029B-D2F5-4835699BAD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103" y="167148"/>
            <a:ext cx="10992465" cy="5860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9590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Widescreen</PresentationFormat>
  <Paragraphs>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ABHIBUS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pankhuri verma</dc:creator>
  <cp:lastModifiedBy>pankhuri verma</cp:lastModifiedBy>
  <cp:revision>1</cp:revision>
  <dcterms:created xsi:type="dcterms:W3CDTF">2026-06-24T13:58:19Z</dcterms:created>
  <dcterms:modified xsi:type="dcterms:W3CDTF">2026-06-24T13:58:19Z</dcterms:modified>
</cp:coreProperties>
</file>